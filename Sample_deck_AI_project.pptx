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6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Pilot for Order Status Inquiries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Value Proposition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ai  |  Global Ops  |  2026-10-12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a prototype AI assistant, using approved internal tools, that drafts replies to common order-status questions for the support team.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/ End User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Operations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29718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tested on 200 past inquiries, with accuracy results and a list of question types it handles well.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supply chain priorities.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and Value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Reduced: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question types where the assistant made errors, so a pilot can exclude them from day one.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Built: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tested prompt set and evaluation method the team can reuse for future AI use cases.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if Adopted: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adopted for the top three inquiry types, testing suggests agents could save a few minutes per ticket (estimate, to be confirmed in a live pilot).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611880"/>
            <a:ext cx="82296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pilot showed where AI can reliably speed up order-status replies, and where it shouldn’t be used yet, giving Customer Support a low-risk path to a live trial.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Automation Potential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teams in my org; Other regions (EMEA, APAC, Americas)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0" cy="24688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Needed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time.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and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recommend a 6-week supervised pilot with one support team, limited to the three inquiry types where the prototype performed best, with agents reviewing every draft.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Ownership (to be confirmed)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not yet confirmed: the Support Operations tooling team or the AI enablement team are the likely owners. The decision needed is which team sponsors the pilot.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0076C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290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proved where AI helps. A supervised pilot will prove how much.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2026-10-12T16:51:21Z</dcterms:created>
  <dcterms:modified xsi:type="dcterms:W3CDTF">2026-10-12T16:51:21Z</dcterms:modified>
</cp:coreProperties>
</file>